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F76C-C0DF-71D4-69A6-7BBB5B025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D138F-2AAB-5E6C-3051-3313C0DD6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2F2DE-2476-2778-C364-70803B06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7C52-AD37-B636-934B-11585E73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7D44-B68D-6867-976C-93259896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6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6E67-6A23-2474-63BA-61D6BB98F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7BD72-F560-47B2-BE9B-594C70EC0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CCBC-E24F-4D2F-496E-000CEBE4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7B239-050C-6308-D9B9-AD121C3A1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4C53C-60AA-2AA6-F1B8-25BA6C73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9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A667-9029-274B-ACFC-306FF40C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100B5-61FF-474B-C270-DB41A9DA8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E11D1-6BEC-7D17-9EB1-4AE65A2D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9F081-425B-C1A6-FA10-E3D73F07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C690E-2C45-57A3-8D6E-DADAE6D6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85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F137-2F67-677B-555F-6E4BEE69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1ACD5-C9A4-C330-CCEF-65FC362E8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12D4A-35C0-5175-2B81-FAFB9AC4E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67B67-EE1A-D323-514A-DCD887C1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D5F09-A923-111B-6EBC-C27FA73B1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0454D-F9B8-7EAC-6912-7E09D59D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4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F4E0-4E62-F7F2-AE03-40CCEC4B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649B7-BEEE-9218-0B36-9586A9612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C89A1-C130-6A51-C75D-97DE7BF8A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C9A35-8582-0C8C-2F8A-65F334C1F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BFB8E-75ED-4603-B6C3-5E0AB0FFA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6920A-9FE3-0651-397C-DBB955A8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B6243-1E83-709E-DCA9-0C6EC6A8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2A323-EB56-F4E5-8D8F-68D3776B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3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13E3-4621-D6B1-C916-55C51755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FA539-1160-D50B-A3B8-B7985155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7350D-995C-4AF3-72C8-9F493D13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5570A-3152-D790-2A02-0B91B1E0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0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0A277-5CA3-FE59-2C59-D6440AC4E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1C303-68DD-C191-11E9-F7970399A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869D-FDA8-A017-BDDE-47E97D2F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2543-9C60-58E8-A7F2-C1BD9162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6AB8B-7990-7C84-DECA-9A98B18A6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19984-EB9A-D7F2-284A-222714CB3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C3472-C448-B2E9-3CE3-26F66A7B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CF383-1774-9F58-C66B-3C7FD2D8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25F26-6849-BB44-D087-ABAA162B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56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2421-1ED6-575E-8057-C447DD6FF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8000B3-06A7-EBCF-473A-F49B4F7F0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62ED0-1FED-64C9-5906-8DB4B75E0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4AFCD-AB97-5725-4A85-CB0E8AD6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93015-14D6-0AA2-6465-5356A53D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28067-76F0-8C7D-4590-8FD53FD6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5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53971-2DFC-30F1-3A7E-1D963CB3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4412C-F84A-0797-05C6-D7E9EA89C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0BCD5-5BF7-A072-FDD5-86682882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9A2AE-8E18-3DFA-2477-99B0C229C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1A3FF-8E40-2BAB-5E56-3EEC85A1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4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0B9F8-85E4-7EB3-EA0A-6C139CB77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F0CF8-0B5C-6B90-F647-220C3E8D2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D4498-B1D4-7B42-D5A8-467FEEB5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4A8C2-96B5-BA1A-6808-41ED3A15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53291-D3A6-E0E5-7730-1CFAC435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0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EC6A6-9279-548B-A5B4-E679F82AC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424EC-8C81-EE2C-9045-52848E975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6BAD4-4CC4-3A9A-ED75-E216F6997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0E3B6-01B4-4C61-83B3-9EC1A591E5DB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9D9BC-678B-F2CD-F1F4-CE5D7E955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AF65F-63B9-925E-6301-192171A53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E480F-F4E1-464E-AA7E-FE360E384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3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8B5D19-D73D-EFD4-546D-3962A27E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72" y="514200"/>
            <a:ext cx="11779855" cy="5829600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565F3C0F-58C4-B6DF-2281-0BD72FBE54EF}"/>
              </a:ext>
            </a:extLst>
          </p:cNvPr>
          <p:cNvSpPr/>
          <p:nvPr/>
        </p:nvSpPr>
        <p:spPr>
          <a:xfrm rot="16200000">
            <a:off x="1621973" y="5638799"/>
            <a:ext cx="137359" cy="88590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E6807-6FAB-8655-F8AD-DBAC34F315A7}"/>
              </a:ext>
            </a:extLst>
          </p:cNvPr>
          <p:cNvSpPr txBox="1"/>
          <p:nvPr/>
        </p:nvSpPr>
        <p:spPr>
          <a:xfrm>
            <a:off x="1019101" y="6189911"/>
            <a:ext cx="1517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Powers Hollow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E563B21-0864-1B5F-EC01-38CA4D4A7B20}"/>
              </a:ext>
            </a:extLst>
          </p:cNvPr>
          <p:cNvSpPr/>
          <p:nvPr/>
        </p:nvSpPr>
        <p:spPr>
          <a:xfrm rot="16200000">
            <a:off x="6756667" y="1390008"/>
            <a:ext cx="137360" cy="938348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9A790-75D3-A76B-2752-ACD5870FDEB3}"/>
              </a:ext>
            </a:extLst>
          </p:cNvPr>
          <p:cNvSpPr txBox="1"/>
          <p:nvPr/>
        </p:nvSpPr>
        <p:spPr>
          <a:xfrm>
            <a:off x="5954863" y="6343799"/>
            <a:ext cx="2612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All other populations</a:t>
            </a:r>
          </a:p>
        </p:txBody>
      </p:sp>
    </p:spTree>
    <p:extLst>
      <p:ext uri="{BB962C8B-B14F-4D97-AF65-F5344CB8AC3E}">
        <p14:creationId xmlns:p14="http://schemas.microsoft.com/office/powerpoint/2010/main" val="2829460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Buabeng</dc:creator>
  <cp:lastModifiedBy>Isaac Buabeng</cp:lastModifiedBy>
  <cp:revision>1</cp:revision>
  <cp:lastPrinted>2025-07-23T01:33:16Z</cp:lastPrinted>
  <dcterms:created xsi:type="dcterms:W3CDTF">2025-07-23T01:25:27Z</dcterms:created>
  <dcterms:modified xsi:type="dcterms:W3CDTF">2025-07-23T01:33:38Z</dcterms:modified>
</cp:coreProperties>
</file>