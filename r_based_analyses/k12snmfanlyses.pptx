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F9DCE-279C-378F-E8B0-3ABF4E742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182E96-7A0B-C304-BB7D-1B4EBA4C2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42899-A761-AB1A-39DA-4C629CAA1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452DB-6B8F-4B98-9033-5DC69ACE7CB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D1A62-C508-1092-CC6A-27CCDACB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BB295-C902-4533-C443-09BF1CAE1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8D696-2856-4A10-A88B-1D28D99DB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81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96F23-9E62-6EB2-82C0-77D5F0979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398BD-39C6-A7B1-0712-C610BB804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B8E30-0367-A30E-2976-BAB99AF0F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452DB-6B8F-4B98-9033-5DC69ACE7CB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055E6-BE9D-EC1C-34CF-C147D995F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B4EBF-F4D6-C6C9-5567-E580AFE6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8D696-2856-4A10-A88B-1D28D99DB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027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6D927-0CDE-5D2F-ACF8-88FDD8732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A627A-993D-56D8-85CC-758DF06E5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5DA0A-54ED-611E-F36D-05C0C4EB6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452DB-6B8F-4B98-9033-5DC69ACE7CB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975AE-4C83-A58B-B6BF-C1AE0E4D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64B61-3AE5-0CCB-243B-669A3364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8D696-2856-4A10-A88B-1D28D99DB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462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D3F6-B59C-740C-0736-A64B78E6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DC4A7-02B9-247B-37E4-42EFDDAA03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097FC-409D-1072-EE45-95E4018D5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2CFFF-5B42-596E-9B4D-2B6689AF1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452DB-6B8F-4B98-9033-5DC69ACE7CB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DA6EB-50C6-206F-099A-9DDCDFDBA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A357F-9438-178E-1656-E11D817B4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8D696-2856-4A10-A88B-1D28D99DB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975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A3BC4-E860-B73B-1D98-A0E82BCAD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3CA5F-591D-5B3D-D779-93BA243D9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ECCF48-4AE4-E4E5-3942-B004B2F81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859AA6-6220-14C8-5535-D5F76BA200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AC2669-5C3C-28BD-333F-CC3345290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0F168D-F961-0827-5C2B-203AD2A91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452DB-6B8F-4B98-9033-5DC69ACE7CB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74A1E-AC6C-353F-BC14-C287D5A53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99307F-EFED-7F2E-DFB9-30145597D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8D696-2856-4A10-A88B-1D28D99DB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640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A8C5-BA00-6E75-A8DB-ACC266618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C8129F-8B74-4C59-D1DB-91E0E04E4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452DB-6B8F-4B98-9033-5DC69ACE7CB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699F6-394A-A074-542A-262BA3314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58F1A-3AE9-1767-8F87-B048BB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8D696-2856-4A10-A88B-1D28D99DB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062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2A033B-FF79-D57C-4EB6-91A04E2B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452DB-6B8F-4B98-9033-5DC69ACE7CB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8ACE34-2A86-049E-D8E8-B368E63C2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A700E-2170-3A2C-93EC-950AF8A6E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8D696-2856-4A10-A88B-1D28D99DB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099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0E77D-18FC-4CCD-F512-B5A0DE4F9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D58BF-AC3E-9B60-66F4-FFFCD10C4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6D237A-D984-15F5-0865-7C728E302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E6446-302D-29A6-F402-B28FCF403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452DB-6B8F-4B98-9033-5DC69ACE7CB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EDFB0-11A5-8367-DDB3-494F80D0D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75D0D-7B9C-FE5F-B4F3-94F29252D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8D696-2856-4A10-A88B-1D28D99DB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85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B32EC-32CB-BE2A-6EF7-BA13FE240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D5CF50-64F5-343C-96C6-D570564D05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EF342-7839-5ADC-B403-A55C831FA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893DC-1BB1-32B4-3795-CDE1FE876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452DB-6B8F-4B98-9033-5DC69ACE7CB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52343-5A16-8BD3-38F4-524B39285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6B5C3-EA21-BFE5-8388-93D341EA1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8D696-2856-4A10-A88B-1D28D99DB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75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DDBC6-4B2E-54C8-9157-7993E77E9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67B0F8-0641-A1D9-8836-5FA70A15C5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4F6EC-3DB6-167B-5CD0-233BE352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452DB-6B8F-4B98-9033-5DC69ACE7CB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3D1D4-D47A-83D9-1CDE-6B2F74532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2C66D-4790-5128-4D86-9A196E673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8D696-2856-4A10-A88B-1D28D99DB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23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4F6A9B-7F4A-6DED-2A5F-691CB4E9A4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C1F59A-A2B7-E9BA-11C1-D1C99FC1B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B12FE-F7B4-281F-C25F-E1E6AEEE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452DB-6B8F-4B98-9033-5DC69ACE7CB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7C3CB-AED3-43A5-582B-E08317FDD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DE5B4-9636-9B8F-3734-D6E4F83F4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8D696-2856-4A10-A88B-1D28D99DB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31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06295A-482D-DD2F-983C-C38E1993C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981E7-277B-62DD-1330-8136FBAF4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BE323-49C3-6E4F-D177-19B867C32D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452DB-6B8F-4B98-9033-5DC69ACE7CB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0BBE8-3564-9625-D747-4CF8404DAF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AD432-4CC2-759A-D678-F5ECF1CD6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48D696-2856-4A10-A88B-1D28D99DB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66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BDD2B9-C1B6-6FB4-5DF3-6B39938A7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36" y="368602"/>
            <a:ext cx="11944964" cy="5924854"/>
          </a:xfrm>
          <a:prstGeom prst="rect">
            <a:avLst/>
          </a:prstGeom>
        </p:spPr>
      </p:pic>
      <p:sp>
        <p:nvSpPr>
          <p:cNvPr id="4" name="Left Brace 3">
            <a:extLst>
              <a:ext uri="{FF2B5EF4-FFF2-40B4-BE49-F238E27FC236}">
                <a16:creationId xmlns:a16="http://schemas.microsoft.com/office/drawing/2014/main" id="{43695F6C-513E-1A62-DC89-074C9E860657}"/>
              </a:ext>
            </a:extLst>
          </p:cNvPr>
          <p:cNvSpPr/>
          <p:nvPr/>
        </p:nvSpPr>
        <p:spPr>
          <a:xfrm rot="16200000">
            <a:off x="1121430" y="5702574"/>
            <a:ext cx="130008" cy="90068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6730529D-96BB-2FB6-74FB-FA7DAB36AAB8}"/>
              </a:ext>
            </a:extLst>
          </p:cNvPr>
          <p:cNvSpPr/>
          <p:nvPr/>
        </p:nvSpPr>
        <p:spPr>
          <a:xfrm rot="16200000">
            <a:off x="10234950" y="5702574"/>
            <a:ext cx="130008" cy="90068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115580-5372-BEBB-F5E6-A87EDEC0E007}"/>
              </a:ext>
            </a:extLst>
          </p:cNvPr>
          <p:cNvSpPr txBox="1"/>
          <p:nvPr/>
        </p:nvSpPr>
        <p:spPr>
          <a:xfrm>
            <a:off x="896112" y="6181621"/>
            <a:ext cx="580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FCR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B87A6DB4-9212-394F-EA84-DAE51074D2E9}"/>
              </a:ext>
            </a:extLst>
          </p:cNvPr>
          <p:cNvSpPr/>
          <p:nvPr/>
        </p:nvSpPr>
        <p:spPr>
          <a:xfrm rot="16200000">
            <a:off x="1848716" y="5904505"/>
            <a:ext cx="65176" cy="48905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DE88F65B-6118-9247-0B82-DB58F2535B86}"/>
              </a:ext>
            </a:extLst>
          </p:cNvPr>
          <p:cNvSpPr/>
          <p:nvPr/>
        </p:nvSpPr>
        <p:spPr>
          <a:xfrm rot="16200000">
            <a:off x="2351224" y="5858637"/>
            <a:ext cx="130008" cy="580792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B3FF4B-6D36-C5E9-379F-589587F8B028}"/>
              </a:ext>
            </a:extLst>
          </p:cNvPr>
          <p:cNvSpPr txBox="1"/>
          <p:nvPr/>
        </p:nvSpPr>
        <p:spPr>
          <a:xfrm>
            <a:off x="1636776" y="6177336"/>
            <a:ext cx="489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1394B8-6B90-C37A-A3A3-AEBD11D1F0E7}"/>
              </a:ext>
            </a:extLst>
          </p:cNvPr>
          <p:cNvSpPr txBox="1"/>
          <p:nvPr/>
        </p:nvSpPr>
        <p:spPr>
          <a:xfrm>
            <a:off x="2125832" y="6191223"/>
            <a:ext cx="690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SELU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E416954D-22BE-E80A-8082-FB238B9F2D06}"/>
              </a:ext>
            </a:extLst>
          </p:cNvPr>
          <p:cNvSpPr/>
          <p:nvPr/>
        </p:nvSpPr>
        <p:spPr>
          <a:xfrm rot="16200000">
            <a:off x="3217696" y="5572957"/>
            <a:ext cx="130007" cy="1152145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652D3F-0C78-E5C8-3E54-CCC297D0D635}"/>
              </a:ext>
            </a:extLst>
          </p:cNvPr>
          <p:cNvSpPr txBox="1"/>
          <p:nvPr/>
        </p:nvSpPr>
        <p:spPr>
          <a:xfrm>
            <a:off x="2774907" y="6200825"/>
            <a:ext cx="1161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BR + PIN +BF + BF + SP + CC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6CB48852-5607-BAEE-1C39-3D1AF8B5407E}"/>
              </a:ext>
            </a:extLst>
          </p:cNvPr>
          <p:cNvSpPr/>
          <p:nvPr/>
        </p:nvSpPr>
        <p:spPr>
          <a:xfrm rot="16200000">
            <a:off x="4469543" y="5504147"/>
            <a:ext cx="84375" cy="1308969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89C631-9EE1-F531-446B-3DA6B4C6A970}"/>
              </a:ext>
            </a:extLst>
          </p:cNvPr>
          <p:cNvSpPr txBox="1"/>
          <p:nvPr/>
        </p:nvSpPr>
        <p:spPr>
          <a:xfrm>
            <a:off x="4002713" y="6177336"/>
            <a:ext cx="1308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SP + BF + BR + CC + PIN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FB74C97C-DAB3-C588-A2D9-8D23EB0FA997}"/>
              </a:ext>
            </a:extLst>
          </p:cNvPr>
          <p:cNvSpPr/>
          <p:nvPr/>
        </p:nvSpPr>
        <p:spPr>
          <a:xfrm rot="16200000">
            <a:off x="5611296" y="5618221"/>
            <a:ext cx="150733" cy="1040892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CF88C4-FD20-8725-C151-D8D0CD0DEC36}"/>
              </a:ext>
            </a:extLst>
          </p:cNvPr>
          <p:cNvSpPr txBox="1"/>
          <p:nvPr/>
        </p:nvSpPr>
        <p:spPr>
          <a:xfrm>
            <a:off x="5223362" y="6272543"/>
            <a:ext cx="1040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KM + PIN</a:t>
            </a: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2994A468-6C72-D658-6BCA-1C95336C8509}"/>
              </a:ext>
            </a:extLst>
          </p:cNvPr>
          <p:cNvSpPr/>
          <p:nvPr/>
        </p:nvSpPr>
        <p:spPr>
          <a:xfrm rot="16200000">
            <a:off x="6590396" y="5688110"/>
            <a:ext cx="158932" cy="900685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13B94E-DEC6-EBAA-1FB1-B3DD3894F667}"/>
              </a:ext>
            </a:extLst>
          </p:cNvPr>
          <p:cNvSpPr txBox="1"/>
          <p:nvPr/>
        </p:nvSpPr>
        <p:spPr>
          <a:xfrm>
            <a:off x="7440168" y="6224451"/>
            <a:ext cx="516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LE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5B433723-D73A-AB2B-A7C8-7099CD613C26}"/>
              </a:ext>
            </a:extLst>
          </p:cNvPr>
          <p:cNvSpPr/>
          <p:nvPr/>
        </p:nvSpPr>
        <p:spPr>
          <a:xfrm rot="16200000">
            <a:off x="7509331" y="5682273"/>
            <a:ext cx="155046" cy="908475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DFE75C-EFCC-316A-223B-F838461E7DEA}"/>
              </a:ext>
            </a:extLst>
          </p:cNvPr>
          <p:cNvSpPr txBox="1"/>
          <p:nvPr/>
        </p:nvSpPr>
        <p:spPr>
          <a:xfrm>
            <a:off x="7956264" y="6222465"/>
            <a:ext cx="612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SLR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29A8BB-CD66-A59C-A0C8-B65E87C61633}"/>
              </a:ext>
            </a:extLst>
          </p:cNvPr>
          <p:cNvSpPr txBox="1"/>
          <p:nvPr/>
        </p:nvSpPr>
        <p:spPr>
          <a:xfrm>
            <a:off x="10137648" y="6209968"/>
            <a:ext cx="612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SH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E4626374-D092-3E01-D93E-46B19D8B99E9}"/>
              </a:ext>
            </a:extLst>
          </p:cNvPr>
          <p:cNvSpPr/>
          <p:nvPr/>
        </p:nvSpPr>
        <p:spPr>
          <a:xfrm rot="16200000">
            <a:off x="8120104" y="6000088"/>
            <a:ext cx="130009" cy="28803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4E31CD-95BC-C0B8-36AB-B9390996E86A}"/>
              </a:ext>
            </a:extLst>
          </p:cNvPr>
          <p:cNvSpPr txBox="1"/>
          <p:nvPr/>
        </p:nvSpPr>
        <p:spPr>
          <a:xfrm>
            <a:off x="9404971" y="6217919"/>
            <a:ext cx="516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8FAEF2-2BB0-EECE-EE89-A4CB72512229}"/>
              </a:ext>
            </a:extLst>
          </p:cNvPr>
          <p:cNvSpPr txBox="1"/>
          <p:nvPr/>
        </p:nvSpPr>
        <p:spPr>
          <a:xfrm>
            <a:off x="6487594" y="6234571"/>
            <a:ext cx="612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SC</a:t>
            </a:r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45720B6B-0AEE-645A-EC76-F5E10BEC2259}"/>
              </a:ext>
            </a:extLst>
          </p:cNvPr>
          <p:cNvSpPr/>
          <p:nvPr/>
        </p:nvSpPr>
        <p:spPr>
          <a:xfrm rot="16200000">
            <a:off x="9482179" y="5857018"/>
            <a:ext cx="133947" cy="600920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DEA08698-F5B3-DF42-25E0-8AE3E7A9C2F2}"/>
              </a:ext>
            </a:extLst>
          </p:cNvPr>
          <p:cNvSpPr/>
          <p:nvPr/>
        </p:nvSpPr>
        <p:spPr>
          <a:xfrm rot="16200000">
            <a:off x="8709250" y="5697418"/>
            <a:ext cx="145590" cy="908475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892F26-F39B-1F2C-C988-98AA4B583006}"/>
              </a:ext>
            </a:extLst>
          </p:cNvPr>
          <p:cNvSpPr txBox="1"/>
          <p:nvPr/>
        </p:nvSpPr>
        <p:spPr>
          <a:xfrm>
            <a:off x="8624307" y="6209968"/>
            <a:ext cx="516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</a:t>
            </a:r>
          </a:p>
        </p:txBody>
      </p:sp>
    </p:spTree>
    <p:extLst>
      <p:ext uri="{BB962C8B-B14F-4D97-AF65-F5344CB8AC3E}">
        <p14:creationId xmlns:p14="http://schemas.microsoft.com/office/powerpoint/2010/main" val="4019470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32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Buabeng</dc:creator>
  <cp:lastModifiedBy>Isaac Buabeng</cp:lastModifiedBy>
  <cp:revision>1</cp:revision>
  <cp:lastPrinted>2025-07-23T00:45:54Z</cp:lastPrinted>
  <dcterms:created xsi:type="dcterms:W3CDTF">2025-07-23T00:13:35Z</dcterms:created>
  <dcterms:modified xsi:type="dcterms:W3CDTF">2025-07-23T02:06:21Z</dcterms:modified>
</cp:coreProperties>
</file>